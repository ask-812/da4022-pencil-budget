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</a:rPr>
              <a:t>How Much PENCIL Can You Afford?  Compute-allocation for link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DA4022 mid-project update  |  Amit Kumar · Ashmit Satpute · Arnav Kshirsagar · Pranav Shalya · Atharv Wankhede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143000"/>
            <a:ext cx="4343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 b="1">
                <a:solidFill>
                  <a:srgbClr val="1F4E79"/>
                </a:solidFill>
              </a:rPr>
              <a:t>WHAT WE BUILT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Reproduced PENCIL on one free T4: test MRR 44.0 (paper: 42.2).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Retrieve-then-rerank: Adamic–Adar (AA) ranks every candidate; PENCIL re-scores only the top k.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Two inference knobs, no retraining: k = how many re-ranked; s = sampling budget per candidate (hops × neighbours).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Cora: 6 settings of s × 3 seeds × 12 values of k. Cost = measured T4 forward time.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Checks: our AA/CN reproduce the HeaRT benchmark exactly (31.87 / 20.99); our metric matches the repo evaluator (Δ &lt; 10⁻⁷).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04040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1F4E79"/>
                </a:solidFill>
              </a:rPr>
              <a:t>FINDINGS SO FAR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404040"/>
                </a:solidFill>
              </a:rPr>
              <a:t>• Cheap regime: </a:t>
            </a:r>
            <a:r>
              <a:rPr sz="1100" b="0">
                <a:solidFill>
                  <a:srgbClr val="404040"/>
                </a:solidFill>
              </a:rPr>
              <a:t>re-ranking AA's top 20% at s = 2×5 costs 7% of full PENCIL and adds +5 MRR over AA on both splits.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404040"/>
                </a:solidFill>
              </a:rPr>
              <a:t>• Halving s is free: </a:t>
            </a:r>
            <a:r>
              <a:rPr sz="1100" b="0">
                <a:solidFill>
                  <a:srgbClr val="404040"/>
                </a:solidFill>
              </a:rPr>
              <a:t>s = 2×10 matches full PENCIL on test and validation at 67% of the compute. s = 2×5 is cheaper but unstable (seed std up to 4.1).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404040"/>
                </a:solidFill>
              </a:rPr>
              <a:t>• Re-ranking the top 10% does nothing: </a:t>
            </a:r>
            <a:r>
              <a:rPr sz="1100" b="0">
                <a:solidFill>
                  <a:srgbClr val="404040"/>
                </a:solidFill>
              </a:rPr>
              <a:t>AA's top picks are already true links. PENCIL earns its cost only where AA is blind: 57% of true test links share no neighbour.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404040"/>
                </a:solidFill>
              </a:rPr>
              <a:t>• k and s interact: </a:t>
            </a:r>
            <a:r>
              <a:rPr sz="1100" b="0">
                <a:solidFill>
                  <a:srgbClr val="404040"/>
                </a:solidFill>
              </a:rPr>
              <a:t>a weak re-ranker (1 hop) peaks at k = 20% and then hurts (35 → 20 MRR); the full one keeps improving.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04040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1F4E79"/>
                </a:solidFill>
              </a:rPr>
              <a:t>NEXT (→ Nov 26)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citeseer + ogbl-collab, and HeaRT per-query hard negatives.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Fit a (k, s) rule on validation; test it on a graph it never saw.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Proper latency and memory benchmark (repeats, batch size 1).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</a:rPr>
              <a:t>• Training axis: 93% of final MRR is reached by epoch 42 of 150.</a:t>
            </a:r>
          </a:p>
        </p:txBody>
      </p:sp>
      <p:pic>
        <p:nvPicPr>
          <p:cNvPr id="5" name="Picture 4" descr="fig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188720"/>
            <a:ext cx="7178040" cy="253449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983480" y="384048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188720"/>
              </a:tblGrid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1"/>
                        <a:t>Setting (cora)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/>
                        <a:t>test 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/>
                        <a:t>valid 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/>
                        <a:t>compute</a:t>
                      </a:r>
                    </a:p>
                  </a:txBody>
                  <a:tcPr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0"/>
                        <a:t>Adamic–Adar alone (degree tie-break)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33.1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0%</a:t>
                      </a:r>
                    </a:p>
                  </a:txBody>
                  <a:tcPr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50021"/>
                          </a:solidFill>
                        </a:rPr>
                        <a:t>AA top-20% → PENCIL, s = 2×5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38.4 ± 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43.1 ± 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7%</a:t>
                      </a:r>
                    </a:p>
                  </a:txBody>
                  <a:tcPr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50021"/>
                          </a:solidFill>
                        </a:rPr>
                        <a:t>All → PENCIL, s = 2×10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42.9 ± 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59.7 ±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50021"/>
                          </a:solidFill>
                        </a:rPr>
                        <a:t>67%</a:t>
                      </a:r>
                    </a:p>
                  </a:txBody>
                  <a:tcPr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0"/>
                        <a:t>All → PENCIL, s = 2×5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42.9 ± 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52.4 ± 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36%</a:t>
                      </a:r>
                    </a:p>
                  </a:txBody>
                  <a:tcPr/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050" b="0"/>
                        <a:t>Full PENCIL (official s = 2×20)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43.7 ±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59.8 ±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/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83480" y="5669280"/>
            <a:ext cx="6949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404040"/>
                </a:solidFill>
              </a:rPr>
              <a:t>Protocol: cora planetoid split; each of 527 test links ranked against all 527 test negatives (chance MRR = 1.3); validation 263 vs 263. Compute = measured T4 forward time vs full PENCIL. Settings above are read off a sweep, not yet selected on validation alone — the final report will. One graph so far; timings from a single pass.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